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— speaker notes (details behind the flow)
3.1 ShAIping specification creation — Owner BA · Agent in-house (ShAIping) · MCP Bitbucket · Skill repo: specification. BA authors and revises until the 12 checks are green; the release of version N (hashed export) is the human decision.
3.2 Handover to Spec Kit — Owner DEV runs the workflow, BA approves the hierarchy at the gate (ba-review) · Agent in-house handover + Spec Kit specify (import) · MCP Bitbucket · Skill repo: integration. Loop: after_specify validator red → back to ShAIping, max 3; spec.md never hand-edited (hash check).
3.3 Plan creation — Owner DEV; the gates run automatically (Auto), nobody owns the step in the loop. A0 domains check (before_plan hook, to build), A3 standards conformance (after_plan; conformance table + verdict JSON; in progress), plan (epic) on the branch, tasks + analyze (tasks.md phases with IDs feed 3.5; analyze CRITICAL = 0). The design authority decides only if a waiver is raised → ADR.
3.4 Design authority sign-off — Owner TechLead (design authority) · Agent Speckit2Jira + workflow gate · MCP Jira · Skill repo: integration. Epic → 'Design review' + evidence links; the workflow gate records the decision.
3.5 Jira mirror + approved plan — Auto · DEV · Agent Speckit2Jira · MCP Jira (+ Bitbucket read) · Skill repo: integration. Phases from tasks.md → Stories; join file jira-mapping.json; one-way, evidence-only. Exit state (former 3.6): signed plan + ADRs on the branch, spec hash unchanged, conformance green or waived, analyze CRITICAL = 0, tasks carry IDs, Epic 'Design approved' — the resume point for step 4. Open: Stories from phases vs from user stories (20 Aug mirror model).
Status: A0 to build · A3 in progress · Speckit2Jira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— speaker notes (details behind the flow)
4.1 Checkout + code graph — Owner DEV · Agent Spec Kit git extension + git CLI, then Graphify (ecosystem skill) · MCP Bitbucket (repo / branch lookup; clone and checkout are git CLI) + Graphify (graph queries) · Skill repo: no (Graphify is external). Branch NNN-slug exists since specify; the Epic key in the name feeds the Jira development panel. '/graphify . --update' re-extracts only changed files; the agent queries the graph instead of reading files. DEV resumes the workflow here.
4.2 Implement ⇄ converge under A4 — Auto · DEV · Agent Spec Kit + in-house A4 (edit guard on every edit, fitness verdict after implement / converge) · MCP Bitbucket + Graphify · Skill repo: architecture. DEV decides only at the native checklist STOP.
4.3 Bounded test loop — Auto · DEV · Agent Spec Kit (workflow do-while, analyze) + in-house traceability validator · MCP Bitbucket · Skill repo: specification. Bounded loop, max N; DEV escalates to the TechLead at the bound. Same test command again as CI required checks on the PR (the merge line).
4.4 Compliance report — Auto · Architect · Agent in-house A3+A4 report + Graphify calls (graph-level checks: dependency direction, boundary crossings against the context map) + Speckit2Jira · MCP Jira (Epic comment + fields) + Bitbucket (PR comment) + Graphify (graph queries) · Skill repo: architecture + integration. TechLead and Architect informed; decision in 4.6.
4.5 Git push — Owner DEV · Agent git extension commit + git CLI push · MCP Bitbucket (open PR). Commits carry task + Carries: IDs. Policy open: agent identity vs DEV pushes.
4.6 Approval → CI/CD — Owner TechLead (PR approval on evidence) + QA (test exit) · Agent Speckit2Jira · MCP Jira + Bitbucket · Skill repo: integration. The workflow gate waits; the PR review in Bitbucket is the actual approval, mirrored one-way to Jira. Epic 'Verified'; code enters the unchanged CI/CD.
Status: A4 in progress · compliance report renderer + test agent to build · push policy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a business specification to a signed plan — checked by scripts, signed by people.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writes the spec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authors in ShAIping. Twelve scripted checks loop until green. Released as version N, hashed, stored in the specification repository.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7273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3906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534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534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65346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to Spec Kit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65346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Export → spec.md + handover record, contract test, then the validator. Red goes back to ShAIping — spec.md is never hand-edited.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4923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6091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7531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7531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07531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under architecture gates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7531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domain check before planning, A3 standards conformance after — both scripted, no owner in the loop. Plan (epic), tasks + analyze land on the feature branch.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54773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4773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70725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0725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57109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58277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49717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9717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49717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249717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moves to 'Design review' in Jira with the evidence links. The TechLead, as design authority, decides — the workflow gate waits.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9929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00462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9190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9190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91902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projected to Jira, ready to implement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191902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Epic, join file jira-mapping.json. One-way, evidence-only. Approved plan = signed plan + ADRs on the branch, spec hash unchanged, Epic 'Design approved' — the resume point for step 4.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44414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202229" y="1133856"/>
            <a:ext cx="194218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02229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653589" y="914400"/>
            <a:ext cx="3039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36162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50362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78347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92547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862718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76918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TechLead: design sign-off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148011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33649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3649" y="365211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75834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75834" y="365211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1802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0206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02391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133649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75834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75834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01802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018020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960206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02391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902391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33649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75834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1802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60206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02391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· QA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133649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5834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1802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60206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960206" y="414040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0902391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133649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133649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075834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075834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01802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018020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960206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02391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133649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075834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75834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01802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018020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960206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02391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133649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75834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1802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60206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960206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902391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902391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8" name="Text 106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133649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75834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1802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960206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02391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133649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133649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075834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075834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01802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01802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960206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902391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0902391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6" name="Text 124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133649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075834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1802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60206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960206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0902391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902391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4" name="Text 132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133649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75834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802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60206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902391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142" name="Text 140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3133649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133649" y="544250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075834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1802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60206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902391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3133649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075834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5075834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01802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60206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8960206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10902391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10902391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Text 156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133649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75834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01802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7018020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8960206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902391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167" name="Text 165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00" dirty="0"/>
          </a:p>
        </p:txBody>
      </p:sp>
      <p:sp>
        <p:nvSpPr>
          <p:cNvPr id="168" name="Text 166"/>
          <p:cNvSpPr txBox="1"/>
          <p:nvPr/>
        </p:nvSpPr>
        <p:spPr>
          <a:xfrm>
            <a:off x="2927909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69" name="Text 167"/>
          <p:cNvSpPr txBox="1"/>
          <p:nvPr/>
        </p:nvSpPr>
        <p:spPr>
          <a:xfrm>
            <a:off x="487009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70" name="Text 168"/>
          <p:cNvSpPr txBox="1"/>
          <p:nvPr/>
        </p:nvSpPr>
        <p:spPr>
          <a:xfrm>
            <a:off x="681228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171" name="Text 169"/>
          <p:cNvSpPr txBox="1"/>
          <p:nvPr/>
        </p:nvSpPr>
        <p:spPr>
          <a:xfrm>
            <a:off x="875446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72" name="Text 170"/>
          <p:cNvSpPr txBox="1"/>
          <p:nvPr/>
        </p:nvSpPr>
        <p:spPr>
          <a:xfrm>
            <a:off x="10696651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175" name="Text 173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to build · A3 in progress · Speckit2Jira to confirm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loops inside, humans at the boundaries — nothing merges without the same scripts green.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Checkout + code graph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Clone, checkout the branch NNN-slug (Epic key in the name). Graphify refresh so the agent queries the graph instead of reading files.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50208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41648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41648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 under A4 ⇄ converge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first, task by task. Every edit checked by the edit guard; fitness verdict after implement and converge. Checklist STOP if items are open.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5192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65192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6752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68696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013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013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660136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test loop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0136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Unit · acceptance · fitness run as a workflow step. Red → back to implement, max N. The same command runs again as CI required checks.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86016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78624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Evidence on the Epic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 and waivers, graph-level checks via Graphify calls, posted to the Jira Epic and the PR. TechLead and Architect are informed — the decision comes later.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0450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05672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9711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9711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97112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Push with traceable commits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897112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 carry task + Carries: IDs. PR opened in Bitbucket, draft → ready. Push policy (agent identity vs DEV) to settle.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22992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2416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1560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Approve, pipeline unchanged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approves the PR on evidence, QA signs the test exit. Epic 'Verified'; code enters the existing CI/CD.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77356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658868" y="1133856"/>
            <a:ext cx="161848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58868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110228" y="914400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21742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35908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454396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072884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+ Architect informed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186416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00616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PR · QA test exit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7180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90288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08776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27264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45752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6424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97180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971800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90288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90288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08776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08776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827264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45752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445752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6424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97180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90288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08776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27264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827264" y="39776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445752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06424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· QA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7180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90288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08776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27264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45752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06424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1064240" y="414040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97180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90288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590288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08776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208776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827264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827264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9445752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06424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97180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971800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590288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590288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208776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208776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827264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45752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445752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106424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97180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90288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208776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27264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827264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9445752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06424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1064240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97180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2971800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590288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590288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208776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827264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827264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9445752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06424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131" name="Text 129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97180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297180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590288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590288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208776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6208776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7827264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7827264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445752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9445752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06424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106424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297180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90288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208776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27264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827264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9445752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06424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1064240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3" name="Text 151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297180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971800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590288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4590288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208776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27264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7827264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9445752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06424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165" name="Text 163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297180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590288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208776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6208776" y="544250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7827264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45752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06424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297180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90288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08776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827264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827264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445752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06424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1064240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297180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590288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4590288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6208776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827264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7827264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9445752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06424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193" name="Text 191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00" dirty="0"/>
          </a:p>
        </p:txBody>
      </p:sp>
      <p:sp>
        <p:nvSpPr>
          <p:cNvPr id="194" name="Text 192"/>
          <p:cNvSpPr txBox="1"/>
          <p:nvPr/>
        </p:nvSpPr>
        <p:spPr>
          <a:xfrm>
            <a:off x="276606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195" name="Text 193"/>
          <p:cNvSpPr txBox="1"/>
          <p:nvPr/>
        </p:nvSpPr>
        <p:spPr>
          <a:xfrm>
            <a:off x="4384548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196" name="Text 194"/>
          <p:cNvSpPr txBox="1"/>
          <p:nvPr/>
        </p:nvSpPr>
        <p:spPr>
          <a:xfrm>
            <a:off x="600303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197" name="Text 195"/>
          <p:cNvSpPr txBox="1"/>
          <p:nvPr/>
        </p:nvSpPr>
        <p:spPr>
          <a:xfrm>
            <a:off x="762152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198" name="Text 196"/>
          <p:cNvSpPr txBox="1"/>
          <p:nvPr/>
        </p:nvSpPr>
        <p:spPr>
          <a:xfrm>
            <a:off x="9240012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</a:t>
            </a:r>
            <a:endParaRPr lang="en-US" sz="1100" dirty="0"/>
          </a:p>
        </p:txBody>
      </p:sp>
      <p:sp>
        <p:nvSpPr>
          <p:cNvPr id="199" name="Text 197"/>
          <p:cNvSpPr txBox="1"/>
          <p:nvPr/>
        </p:nvSpPr>
        <p:spPr>
          <a:xfrm>
            <a:off x="1085850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202" name="Text 200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in progress · compliance report + test agent to build · push policy open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2026-09-01T07:43:38Z</dcterms:created>
  <dcterms:modified xsi:type="dcterms:W3CDTF">2026-09-01T07:43:38Z</dcterms:modified>
</cp:coreProperties>
</file>